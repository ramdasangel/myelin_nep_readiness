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notesSlide+xml" PartName="/ppt/notesSlides/notesSlide1.xml"/>
  <Override ContentType="application/vnd.openxmlformats-officedocument.presentationml.slide+xml" PartName="/ppt/slides/slide2.xml"/>
  <Override ContentType="application/vnd.openxmlformats-officedocument.presentationml.notesSlide+xml" PartName="/ppt/notesSlides/notesSlide2.xml"/>
  <Override ContentType="application/vnd.openxmlformats-officedocument.presentationml.slide+xml" PartName="/ppt/slides/slide3.xml"/>
  <Override ContentType="application/vnd.openxmlformats-officedocument.presentationml.notesSlide+xml" PartName="/ppt/notesSlides/notesSlide3.xml"/>
  <Override ContentType="application/vnd.openxmlformats-officedocument.presentationml.slide+xml" PartName="/ppt/slides/slide4.xml"/>
  <Override ContentType="application/vnd.openxmlformats-officedocument.presentationml.notesSlide+xml" PartName="/ppt/notesSlides/notes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Default ContentType="image/png" Extension="png"/>
  <Override ContentType="application/x-fontdata" PartName="/ppt/fonts/font1.fntdata"/>
  <Override ContentType="application/x-fontdata" PartName="/ppt/fonts/font2.fntdata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pn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ppt/media/img_cc_black.png" Type="http://schemas.openxmlformats.org/officeDocument/2006/relationships/image"/><Relationship Id="rId8" Target="ppt/presentation.xml" Type="http://schemas.openxmlformats.org/officeDocument/2006/relationships/officeDocument"/><Relationship Id="rId9" Target="docProps/core.xml" Type="http://schemas.openxmlformats.org/package/2006/relationships/metadata/core-properties"/><Relationship Id="rId10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8"/>
    <p:sldId id="259" r:id="rId10"/>
    <p:sldId id="260" r:id="rId12"/>
  </p:sldIdLst>
  <p:sldSz cx="18288000" cy="10287000" type="custom"/>
  <p:notesSz cx="18288000" cy="10287000"/>
  <p:embeddedFontLst>
    <p:embeddedFont>
      <p:font typeface="Poppins"/>
      <p:regular r:id="rId15"/>
    </p:embeddedFont>
    <p:embeddedFont>
      <p:font typeface="Lato 2"/>
      <p:regular r:id="rId16"/>
    </p:embeddedFont>
  </p:embeddedFontLst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notesSlides/notesSlide1.xml" Type="http://schemas.openxmlformats.org/officeDocument/2006/relationships/notesSlide"/><Relationship Id="rId8" Target="slides/slide3.xml" Type="http://schemas.openxmlformats.org/officeDocument/2006/relationships/slide"/><Relationship Id="rId9" Target="notesSlides/notesSlide2.xml" Type="http://schemas.openxmlformats.org/officeDocument/2006/relationships/notesSlide"/><Relationship Id="rId10" Target="slides/slide4.xml" Type="http://schemas.openxmlformats.org/officeDocument/2006/relationships/slide"/><Relationship Id="rId11" Target="notesSlides/notesSlide3.xml" Type="http://schemas.openxmlformats.org/officeDocument/2006/relationships/notesSlide"/><Relationship Id="rId12" Target="slides/slide5.xml" Type="http://schemas.openxmlformats.org/officeDocument/2006/relationships/slide"/><Relationship Id="rId13" Target="notesSlides/notesSlide4.xml" Type="http://schemas.openxmlformats.org/officeDocument/2006/relationships/notesSlide"/><Relationship Id="rId14" Target="tableStyles.xml" Type="http://schemas.openxmlformats.org/officeDocument/2006/relationships/tableStyles"/><Relationship Id="rId15" Target="fonts/font1.fntdata" Type="http://schemas.openxmlformats.org/officeDocument/2006/relationships/font"/><Relationship Id="rId16" Target="fonts/font2.fntdata" Type="http://schemas.openxmlformats.org/officeDocument/2006/relationships/font"/><Relationship Id="rId17" Target="presProps.xml" Type="http://schemas.openxmlformats.org/officeDocument/2006/relationships/presProps"/><Relationship Id="rId18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1"/>
          <p:cNvSpPr>
            <a:spLocks noChangeArrowheads="1" noGrp="1"/>
          </p:cNvSpPr>
          <p:nvPr>
            <p:ph idx="1" type="body"/>
          </p:nvPr>
        </p:nvSpPr>
        <p:spPr>
          <a:noFill/>
          <a:ln/>
        </p:spPr>
        <p:txBody>
          <a:bodyPr rtlCol="0"/>
          <a:lstStyle/>
          <a:p>
            <a:pPr/>
            <a:r>
              <a:rPr dirty="0" lang="en-US"/>
              <a:t/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F0C276C-DEAE-4FAE-BDE4-4AC0BB687FBE}">
                <a16:creationId xmlns:a16="http://schemas.microsoft.com/office/drawing/2010/main" id="{6604807E-4195-4D05-A4DA-25EA80EBCD9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685800" y="2130425"/>
            <a:ext cx="7772400" cy="1470025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DB4D5445-2CD0-4A32-AB45-79AD2B24548D}">
                <a16:creationId xmlns:a16="http://schemas.microsoft.com/office/drawing/2010/main" id="{1296EA74-F6DD-4A5B-92CE-C7EB530340D9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71600" y="3886200"/>
            <a:ext cx="6400800" cy="1752600"/>
          </a:xfrm>
        </p:spPr>
        <p:txBody>
          <a:bodyPr rtlCol="0"/>
          <a:lstStyle>
            <a:lvl1pPr algn="ctr" indent="0" lvl="0" marL="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Date Placeholder 3">
            <a:extLst>
              <a:ext uri="{4680E139-A4AE-4970-9995-99A8BA679EB7}">
                <a16:creationId xmlns:a16="http://schemas.microsoft.com/office/drawing/2010/main" id="{4B1B21EE-1F02-4A4B-BA46-6873C1D0DE9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FA72B034-F03C-41C9-AA2F-2C597485B358}" type="datetime1">
              <a:t>2/11/2026</a:t>
            </a:fld>
            <a:endParaRPr dirty="0" lang="en-US"/>
          </a:p>
        </p:txBody>
      </p:sp>
      <p:sp>
        <p:nvSpPr>
          <p:cNvPr id="5" name="Footer Placeholder 4">
            <a:extLst>
              <a:ext uri="{A1073399-25B4-4171-B2FB-5678EBEB3985}">
                <a16:creationId xmlns:a16="http://schemas.microsoft.com/office/drawing/2010/main" id="{9D84C704-D19B-4F6B-B3EE-F8F8FB018F1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D7BEEC44-988A-47FF-A887-13B4ABEC724B}">
                <a16:creationId xmlns:a16="http://schemas.microsoft.com/office/drawing/2010/main" id="{F23F9746-537B-48E2-B21D-3A7ED988D7C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8FACAFA0-B4AC-437F-8AE2-3F7397D1EE2F}" type="slidenum"/>
            <a:endParaRPr dirty="0" lang="en-US"/>
          </a:p>
        </p:txBody>
      </p:sp>
    </p:spTree>
    <p:extLst>
      <p:ext uri="{11D94F32-485E-4F36-95C5-36023E716B0A}">
        <p14:creationId xmlns:p14="http://schemas.microsoft.com/office/powerpoint/2010/main" val="1770803560946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8B2CD4-F9DE-4079-BCF8-50ED195506FD}">
                <a16:creationId xmlns:a16="http://schemas.microsoft.com/office/drawing/2010/main" id="{CC79AB1C-D71A-4784-838A-2D602347E611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AB3AF906-2349-46FE-A681-6969ECE1A1BF}">
                <a16:creationId xmlns:a16="http://schemas.microsoft.com/office/drawing/2010/main" id="{9110D56C-1DEB-44EC-A5AB-CF558E538F09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E61AA0BD-EB96-4854-9D6F-85C4471E9BDD}">
                <a16:creationId xmlns:a16="http://schemas.microsoft.com/office/drawing/2010/main" id="{D75309F8-C2C3-47F1-875D-C9750E0A00A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77B8310C-A92E-4A98-B5B1-C508EE023BFB}" type="datetime1">
              <a:t>2/11/2026</a:t>
            </a:fld>
            <a:endParaRPr dirty="0" lang="en-US"/>
          </a:p>
        </p:txBody>
      </p:sp>
      <p:sp>
        <p:nvSpPr>
          <p:cNvPr id="5" name="Footer Placeholder 4">
            <a:extLst>
              <a:ext uri="{7DC152AB-818B-473E-A510-2A837AD99DA0}">
                <a16:creationId xmlns:a16="http://schemas.microsoft.com/office/drawing/2010/main" id="{73A19F38-FAEE-4492-9D58-915AAAA2407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943AB5B1-7C5E-46F8-AB7F-785B6AF4A8BE}">
                <a16:creationId xmlns:a16="http://schemas.microsoft.com/office/drawing/2010/main" id="{D0F23FEB-FE5B-4133-A488-E9DFD3CA5B1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899733CE-D703-4336-A5BD-B0CD688E5046}" type="slidenum"/>
            <a:endParaRPr dirty="0" lang="en-US"/>
          </a:p>
        </p:txBody>
      </p:sp>
    </p:spTree>
    <p:extLst>
      <p:ext uri="{D3C789F8-74A5-453B-936D-D7F727C3DE54}">
        <p14:creationId xmlns:p14="http://schemas.microsoft.com/office/powerpoint/2010/main" val="1770803560947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F5225E1-CBB0-482B-8D4D-C32E621858CB}">
                <a16:creationId xmlns:a16="http://schemas.microsoft.com/office/drawing/2010/main" id="{E4DA714B-DEEB-4DB4-8E50-5518A286EE9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22313" y="4406900"/>
            <a:ext cx="7772400" cy="1362075"/>
          </a:xfrm>
        </p:spPr>
        <p:txBody>
          <a:bodyPr anchor="t" rtlCol="0"/>
          <a:lstStyle>
            <a:lvl1pPr algn="l" lvl="0">
              <a:defRPr b="1" cap="all" dirty="0" lang="en-US" sz="4000">
                <a:latin typeface="+mj-lt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0962602A-5095-4BF8-B4C0-03279A2AD3CD}">
                <a16:creationId xmlns:a16="http://schemas.microsoft.com/office/drawing/2010/main" id="{A36D59C9-F452-46C3-9C40-59339A39B35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22313" y="2906713"/>
            <a:ext cx="7772400" cy="1500187"/>
          </a:xfrm>
        </p:spPr>
        <p:txBody>
          <a:bodyPr anchor="b" rtlCol="0"/>
          <a:lstStyle>
            <a:lvl1pPr indent="0" lvl="0" marL="0">
              <a:buNone/>
              <a:defRPr dirty="0" lang="en-US" sz="20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Date Placeholder 3">
            <a:extLst>
              <a:ext uri="{1A4F8D92-F7B2-4E4B-AC9E-38D9E2145AB9}">
                <a16:creationId xmlns:a16="http://schemas.microsoft.com/office/drawing/2010/main" id="{2822161C-50A4-49F9-B8AE-299B8AA6D7D9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07D8F07E-F250-4F5E-A786-1C29CC590EEB}" type="datetime1">
              <a:t>2/11/2026</a:t>
            </a:fld>
            <a:endParaRPr dirty="0" lang="en-US"/>
          </a:p>
        </p:txBody>
      </p:sp>
      <p:sp>
        <p:nvSpPr>
          <p:cNvPr id="5" name="Footer Placeholder 4">
            <a:extLst>
              <a:ext uri="{C4C9FCA0-267E-4646-BAD8-C8DC8ED57838}">
                <a16:creationId xmlns:a16="http://schemas.microsoft.com/office/drawing/2010/main" id="{29F4D3C2-6FD2-40A2-B914-7C961080D2F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8D5E3E17-720F-4CBD-93DC-1DC94EE2D72B}">
                <a16:creationId xmlns:a16="http://schemas.microsoft.com/office/drawing/2010/main" id="{5E9966D7-B961-495B-BAD0-B8BE65B7BDD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4FA83571-0A00-4C55-B7F6-DEA41E598495}" type="slidenum"/>
            <a:endParaRPr dirty="0" lang="en-US"/>
          </a:p>
        </p:txBody>
      </p:sp>
    </p:spTree>
    <p:extLst>
      <p:ext uri="{BD07FFE6-C44E-4636-9484-9671D720FDC8}">
        <p14:creationId xmlns:p14="http://schemas.microsoft.com/office/powerpoint/2010/main" val="1770803560947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9B0B35E-9906-42DF-9724-68D92D6AA11C}">
                <a16:creationId xmlns:a16="http://schemas.microsoft.com/office/drawing/2010/main" id="{2DE801FB-74F2-4224-BD80-1C322909EAA7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5C5093AC-8871-465E-8816-9FEAC282F543}">
                <a16:creationId xmlns:a16="http://schemas.microsoft.com/office/drawing/2010/main" id="{BEFD4E21-DD0B-4B20-87F8-4BD5FB3C4F90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457200" y="1600200"/>
            <a:ext cx="4038600" cy="4525962"/>
          </a:xfrm>
        </p:spPr>
        <p:txBody>
          <a:bodyPr rtlCol="0"/>
          <a:lstStyle>
            <a:lvl1pPr lvl="0">
              <a:defRPr dirty="0" lang="en-US" sz="2800"/>
            </a:lvl1pPr>
            <a:lvl2pPr lvl="1">
              <a:defRPr dirty="0" lang="en-US" sz="2400"/>
            </a:lvl2pPr>
            <a:lvl3pPr lvl="2">
              <a:defRPr dirty="0" lang="en-US" sz="2000"/>
            </a:lvl3pPr>
            <a:lvl4pPr lvl="3">
              <a:defRPr dirty="0" lang="en-US" sz="1800"/>
            </a:lvl4pPr>
            <a:lvl5pPr lvl="4">
              <a:defRPr dirty="0" lang="en-US" sz="1800"/>
            </a:lvl5pPr>
            <a:lvl6pPr lvl="5">
              <a:defRPr dirty="0" lang="en-US" sz="1800"/>
            </a:lvl6pPr>
            <a:lvl7pPr lvl="6">
              <a:defRPr dirty="0" lang="en-US" sz="1800"/>
            </a:lvl7pPr>
            <a:lvl8pPr lvl="7">
              <a:defRPr dirty="0" lang="en-US" sz="1800"/>
            </a:lvl8pPr>
            <a:lvl9pPr lvl="8">
              <a:defRPr dirty="0" lang="en-US" sz="18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3">
            <a:extLst>
              <a:ext uri="{82D42CF1-E91C-4D2E-9AE1-1F907CA9A912}">
                <a16:creationId xmlns:a16="http://schemas.microsoft.com/office/drawing/2010/main" id="{F63E208C-800B-412E-9AAF-84D1A3C6E7D5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648200" y="1600200"/>
            <a:ext cx="4038600" cy="4525962"/>
          </a:xfrm>
        </p:spPr>
        <p:txBody>
          <a:bodyPr rtlCol="0"/>
          <a:lstStyle>
            <a:lvl1pPr lvl="0">
              <a:defRPr dirty="0" lang="en-US" sz="2800"/>
            </a:lvl1pPr>
            <a:lvl2pPr lvl="1">
              <a:defRPr dirty="0" lang="en-US" sz="2400"/>
            </a:lvl2pPr>
            <a:lvl3pPr lvl="2">
              <a:defRPr dirty="0" lang="en-US" sz="2000"/>
            </a:lvl3pPr>
            <a:lvl4pPr lvl="3">
              <a:defRPr dirty="0" lang="en-US" sz="1800"/>
            </a:lvl4pPr>
            <a:lvl5pPr lvl="4">
              <a:defRPr dirty="0" lang="en-US" sz="1800"/>
            </a:lvl5pPr>
            <a:lvl6pPr lvl="5">
              <a:defRPr dirty="0" lang="en-US" sz="1800"/>
            </a:lvl6pPr>
            <a:lvl7pPr lvl="6">
              <a:defRPr dirty="0" lang="en-US" sz="1800"/>
            </a:lvl7pPr>
            <a:lvl8pPr lvl="7">
              <a:defRPr dirty="0" lang="en-US" sz="1800"/>
            </a:lvl8pPr>
            <a:lvl9pPr lvl="8">
              <a:defRPr dirty="0" lang="en-US" sz="18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Date Placeholder 4">
            <a:extLst>
              <a:ext uri="{115A88EC-7804-4A35-A574-372445008A21}">
                <a16:creationId xmlns:a16="http://schemas.microsoft.com/office/drawing/2010/main" id="{69993A32-41EA-4966-8DC8-F0DE4B9EB8E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3CCA81C7-F124-4CA2-A909-D8BD833B2B25}" type="datetime1">
              <a:t>2/11/2026</a:t>
            </a:fld>
            <a:endParaRPr dirty="0" lang="en-US"/>
          </a:p>
        </p:txBody>
      </p:sp>
      <p:sp>
        <p:nvSpPr>
          <p:cNvPr id="6" name="Footer Placeholder 5">
            <a:extLst>
              <a:ext uri="{A64D4E73-6D76-4762-B8DF-027D6579FD2E}">
                <a16:creationId xmlns:a16="http://schemas.microsoft.com/office/drawing/2010/main" id="{D89AD350-CA1C-44D4-8821-B1D17752D99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FEA0A935-92A0-4097-8AEF-212300649DEF}">
                <a16:creationId xmlns:a16="http://schemas.microsoft.com/office/drawing/2010/main" id="{6A7E0A70-6416-4CD0-8D28-58E4FEB83D6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0FA369A-E027-4DD7-8AD4-6245F2F2E200}" type="slidenum"/>
            <a:endParaRPr dirty="0" lang="en-US"/>
          </a:p>
        </p:txBody>
      </p:sp>
    </p:spTree>
    <p:extLst>
      <p:ext uri="{9905409C-5A7E-44B6-983C-A0C272DC19CB}">
        <p14:creationId xmlns:p14="http://schemas.microsoft.com/office/powerpoint/2010/main" val="1770803560948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59BD2A2-73DA-4C3B-AAD4-919C98D3D8DC}">
                <a16:creationId xmlns:a16="http://schemas.microsoft.com/office/drawing/2010/main" id="{3C0B4585-0151-4CE2-85B3-C47924910F91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FE6B1511-47DA-449C-BE44-739A1F969AAA}">
                <a16:creationId xmlns:a16="http://schemas.microsoft.com/office/drawing/2010/main" id="{B7E0EEC3-BDFA-4685-8911-36E31E8C2103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57200" y="1535113"/>
            <a:ext cx="4040187" cy="63976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3">
            <a:extLst>
              <a:ext uri="{02ADEE55-EFF3-4DB5-ADB8-C93C4E09512F}">
                <a16:creationId xmlns:a16="http://schemas.microsoft.com/office/drawing/2010/main" id="{B8629CA2-538F-4013-AFE6-CC70FF81C8FC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57200" y="2174875"/>
            <a:ext cx="4040187" cy="3951288"/>
          </a:xfrm>
        </p:spPr>
        <p:txBody>
          <a:bodyPr rtlCol="0"/>
          <a:lstStyle>
            <a:lvl1pPr lvl="0">
              <a:defRPr dirty="0" lang="en-US" sz="2400"/>
            </a:lvl1pPr>
            <a:lvl2pPr lvl="1">
              <a:defRPr dirty="0" lang="en-US" sz="2000"/>
            </a:lvl2pPr>
            <a:lvl3pPr lvl="2">
              <a:defRPr dirty="0" lang="en-US" sz="1800"/>
            </a:lvl3pPr>
            <a:lvl4pPr lvl="3">
              <a:defRPr dirty="0" lang="en-US" sz="1600"/>
            </a:lvl4pPr>
            <a:lvl5pPr lvl="4">
              <a:defRPr dirty="0" lang="en-US" sz="1600"/>
            </a:lvl5pPr>
            <a:lvl6pPr lvl="5">
              <a:defRPr dirty="0" lang="en-US" sz="1600"/>
            </a:lvl6pPr>
            <a:lvl7pPr lvl="6">
              <a:defRPr dirty="0" lang="en-US" sz="1600"/>
            </a:lvl7pPr>
            <a:lvl8pPr lvl="7">
              <a:defRPr dirty="0" lang="en-US" sz="1600"/>
            </a:lvl8pPr>
            <a:lvl9pPr lvl="8">
              <a:defRPr dirty="0" lang="en-US" sz="16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ext Placeholder 4">
            <a:extLst>
              <a:ext uri="{63F59841-777F-418A-A800-EA1AF6E71488}">
                <a16:creationId xmlns:a16="http://schemas.microsoft.com/office/drawing/2010/main" id="{6CE899F6-6C4C-4678-BC6E-4A1DDB23E151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4645025" y="1535113"/>
            <a:ext cx="4041774" cy="63976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6" name="Content Placeholder 5">
            <a:extLst>
              <a:ext uri="{59492E82-8A7F-478B-9BB9-8CB7F7F4D867}">
                <a16:creationId xmlns:a16="http://schemas.microsoft.com/office/drawing/2010/main" id="{FC058BCE-2ACC-49D2-822C-15487E079A29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645025" y="2174875"/>
            <a:ext cx="4041774" cy="3951288"/>
          </a:xfrm>
        </p:spPr>
        <p:txBody>
          <a:bodyPr rtlCol="0"/>
          <a:lstStyle>
            <a:lvl1pPr lvl="0">
              <a:defRPr dirty="0" lang="en-US" sz="2400"/>
            </a:lvl1pPr>
            <a:lvl2pPr lvl="1">
              <a:defRPr dirty="0" lang="en-US" sz="2000"/>
            </a:lvl2pPr>
            <a:lvl3pPr lvl="2">
              <a:defRPr dirty="0" lang="en-US" sz="1800"/>
            </a:lvl3pPr>
            <a:lvl4pPr lvl="3">
              <a:defRPr dirty="0" lang="en-US" sz="1600"/>
            </a:lvl4pPr>
            <a:lvl5pPr lvl="4">
              <a:defRPr dirty="0" lang="en-US" sz="1600"/>
            </a:lvl5pPr>
            <a:lvl6pPr lvl="5">
              <a:defRPr dirty="0" lang="en-US" sz="1600"/>
            </a:lvl6pPr>
            <a:lvl7pPr lvl="6">
              <a:defRPr dirty="0" lang="en-US" sz="1600"/>
            </a:lvl7pPr>
            <a:lvl8pPr lvl="7">
              <a:defRPr dirty="0" lang="en-US" sz="1600"/>
            </a:lvl8pPr>
            <a:lvl9pPr lvl="8">
              <a:defRPr dirty="0" lang="en-US" sz="16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6">
            <a:extLst>
              <a:ext uri="{CF329864-A5EB-44FA-A597-E23947577D0E}">
                <a16:creationId xmlns:a16="http://schemas.microsoft.com/office/drawing/2010/main" id="{0052AEAF-3FB5-40CC-921F-A990E06BAEE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D6764895-6755-42E8-8DEA-BA79FAB9DE2E}" type="datetime1">
              <a:t>2/11/2026</a:t>
            </a:fld>
            <a:endParaRPr dirty="0" lang="en-US"/>
          </a:p>
        </p:txBody>
      </p:sp>
      <p:sp>
        <p:nvSpPr>
          <p:cNvPr id="8" name="Footer Placeholder 7">
            <a:extLst>
              <a:ext uri="{A9D7B95E-F84F-48FB-B7ED-D67611CB2E0D}">
                <a16:creationId xmlns:a16="http://schemas.microsoft.com/office/drawing/2010/main" id="{C432CA95-13D7-407A-8CE8-11CC87984E17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Slide Number Placeholder 8">
            <a:extLst>
              <a:ext uri="{0068B536-45A5-4F41-8015-2AB078A8D2EE}">
                <a16:creationId xmlns:a16="http://schemas.microsoft.com/office/drawing/2010/main" id="{0DC86DBB-4CC2-44F6-B445-32EDCAAE62C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4E8270B0-B766-4A6B-9FBA-F432CBD69436}" type="slidenum"/>
            <a:endParaRPr dirty="0" lang="en-US"/>
          </a:p>
        </p:txBody>
      </p:sp>
    </p:spTree>
    <p:extLst>
      <p:ext uri="{C52151CC-27BB-4242-B67D-1383DE47D354}">
        <p14:creationId xmlns:p14="http://schemas.microsoft.com/office/powerpoint/2010/main" val="1770803560948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640E292-A349-4508-9433-9CA9E6F26C21}">
                <a16:creationId xmlns:a16="http://schemas.microsoft.com/office/drawing/2010/main" id="{450886F4-37C1-4386-AFCF-EF11AD1BDC2B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Date Placeholder 2">
            <a:extLst>
              <a:ext uri="{8E90D703-D926-4967-90A8-F5555A0E57ED}">
                <a16:creationId xmlns:a16="http://schemas.microsoft.com/office/drawing/2010/main" id="{866F5F22-5181-435A-9891-B3827287C4A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0EB9F758-3847-4D9D-B30C-1B9F672FCE82}" type="datetime1">
              <a:t>2/11/2026</a:t>
            </a:fld>
            <a:endParaRPr dirty="0" lang="en-US"/>
          </a:p>
        </p:txBody>
      </p:sp>
      <p:sp>
        <p:nvSpPr>
          <p:cNvPr id="4" name="Footer Placeholder 3">
            <a:extLst>
              <a:ext uri="{3E5C804E-2B3C-44B9-9801-A680C88DE95F}">
                <a16:creationId xmlns:a16="http://schemas.microsoft.com/office/drawing/2010/main" id="{855B822B-EA87-453F-AA81-DA8A991A9E3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Slide Number Placeholder 4">
            <a:extLst>
              <a:ext uri="{9900C4C8-3663-40B0-B226-6E5A04F02C01}">
                <a16:creationId xmlns:a16="http://schemas.microsoft.com/office/drawing/2010/main" id="{F9A64BE3-2A7C-4FFD-B967-FE0CFCEC242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FA6F67C-2273-4467-B91F-7B96698F6ECA}" type="slidenum"/>
            <a:endParaRPr dirty="0" lang="en-US"/>
          </a:p>
        </p:txBody>
      </p:sp>
    </p:spTree>
    <p:extLst>
      <p:ext uri="{2D24FF47-B9DA-440B-A122-B7FDFA35F40D}">
        <p14:creationId xmlns:p14="http://schemas.microsoft.com/office/powerpoint/2010/main" val="1770803560949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4BDD4225-3422-4FE6-9C3D-D1186D56AE2B}">
                <a16:creationId xmlns:a16="http://schemas.microsoft.com/office/drawing/2010/main" id="{61D30E90-ABB1-4CF2-B9DE-04308DCB979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D0C9D3B0-B6BC-4E2D-A4AD-085495AA652E}" type="datetime1">
              <a:t>2/11/2026</a:t>
            </a:fld>
            <a:endParaRPr dirty="0" lang="en-US"/>
          </a:p>
        </p:txBody>
      </p:sp>
      <p:sp>
        <p:nvSpPr>
          <p:cNvPr id="3" name="Footer Placeholder 2">
            <a:extLst>
              <a:ext uri="{6EC9EE0A-6CF4-424F-A7A1-E392401C7841}">
                <a16:creationId xmlns:a16="http://schemas.microsoft.com/office/drawing/2010/main" id="{A1BAB3C0-5681-4A57-AE2D-2A35A8F1885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Slide Number Placeholder 3">
            <a:extLst>
              <a:ext uri="{8F189C28-D75A-4A45-AB3D-C930D51D60AD}">
                <a16:creationId xmlns:a16="http://schemas.microsoft.com/office/drawing/2010/main" id="{3F53654E-C4A4-4255-8D83-E0273384300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621AD66-05C5-4D8F-BCDB-C14E83F247EF}" type="slidenum"/>
            <a:endParaRPr dirty="0" lang="en-US"/>
          </a:p>
        </p:txBody>
      </p:sp>
    </p:spTree>
    <p:extLst>
      <p:ext uri="{2E4ED4A9-2C6D-430E-B196-694E5350270E}">
        <p14:creationId xmlns:p14="http://schemas.microsoft.com/office/powerpoint/2010/main" val="1770803560949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4D4FB2A-CA4B-4C0F-B7A4-A0F0E7A68BB7}">
                <a16:creationId xmlns:a16="http://schemas.microsoft.com/office/drawing/2010/main" id="{73E19DDD-3921-4745-AD6E-CBD2B507BAE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457200" y="273050"/>
            <a:ext cx="3008313" cy="1162050"/>
          </a:xfrm>
        </p:spPr>
        <p:txBody>
          <a:bodyPr anchor="b" rtlCol="0"/>
          <a:lstStyle>
            <a:lvl1pPr algn="l" lvl="0">
              <a:defRPr b="1" dirty="0" lang="en-US" sz="2000">
                <a:latin typeface="+mj-lt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C4307BFB-6564-47BA-AF4C-72F605C479E3}">
                <a16:creationId xmlns:a16="http://schemas.microsoft.com/office/drawing/2010/main" id="{16DD77F2-9728-422D-8468-68B2EB396B5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3575050" y="273050"/>
            <a:ext cx="5111749" cy="5853112"/>
          </a:xfrm>
        </p:spPr>
        <p:txBody>
          <a:bodyPr rtlCol="0"/>
          <a:lstStyle>
            <a:lvl1pPr lvl="0">
              <a:defRPr dirty="0" lang="en-US" sz="3200"/>
            </a:lvl1pPr>
            <a:lvl2pPr lvl="1">
              <a:defRPr dirty="0" lang="en-US" sz="2800"/>
            </a:lvl2pPr>
            <a:lvl3pPr lvl="2">
              <a:defRPr dirty="0" lang="en-US" sz="2400"/>
            </a:lvl3pPr>
            <a:lvl4pPr lvl="3">
              <a:defRPr dirty="0" lang="en-US" sz="2000"/>
            </a:lvl4pPr>
            <a:lvl5pPr lvl="4">
              <a:defRPr dirty="0" lang="en-US" sz="2000"/>
            </a:lvl5pPr>
            <a:lvl6pPr lvl="5">
              <a:defRPr dirty="0" lang="en-US" sz="2000"/>
            </a:lvl6pPr>
            <a:lvl7pPr lvl="6">
              <a:defRPr dirty="0" lang="en-US" sz="2000"/>
            </a:lvl7pPr>
            <a:lvl8pPr lvl="7">
              <a:defRPr dirty="0" lang="en-US" sz="2000"/>
            </a:lvl8pPr>
            <a:lvl9pPr lvl="8">
              <a:defRPr dirty="0" lang="en-US" sz="20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Text Placeholder 3">
            <a:extLst>
              <a:ext uri="{7BA0AA1D-EFE7-4BF2-A4F8-8B1AA73BF8FB}">
                <a16:creationId xmlns:a16="http://schemas.microsoft.com/office/drawing/2010/main" id="{7A21CABA-62BE-41C7-ACE0-32A34D9F86D3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457200" y="1435099"/>
            <a:ext cx="3008313" cy="4691063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1200"/>
            </a:lvl2pPr>
            <a:lvl3pPr indent="0" lvl="2" marL="914400">
              <a:buNone/>
              <a:defRPr dirty="0" lang="en-US" sz="1000"/>
            </a:lvl3pPr>
            <a:lvl4pPr indent="0" lvl="3" marL="1371600">
              <a:buNone/>
              <a:defRPr dirty="0" lang="en-US" sz="900"/>
            </a:lvl4pPr>
            <a:lvl5pPr indent="0" lvl="4" marL="1828800">
              <a:buNone/>
              <a:defRPr dirty="0" lang="en-US" sz="900"/>
            </a:lvl5pPr>
            <a:lvl6pPr indent="0" lvl="5" marL="2286000">
              <a:buNone/>
              <a:defRPr dirty="0" lang="en-US" sz="900"/>
            </a:lvl6pPr>
            <a:lvl7pPr indent="0" lvl="6" marL="2743200">
              <a:buNone/>
              <a:defRPr dirty="0" lang="en-US" sz="900"/>
            </a:lvl7pPr>
            <a:lvl8pPr indent="0" lvl="7" marL="3200400">
              <a:buNone/>
              <a:defRPr dirty="0" lang="en-US" sz="900"/>
            </a:lvl8pPr>
            <a:lvl9pPr indent="0" lvl="8" marL="3657600">
              <a:buNone/>
              <a:defRPr dirty="0" lang="en-US" sz="9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5E7644F0-FD1C-44BB-80C6-D3640491AC72}">
                <a16:creationId xmlns:a16="http://schemas.microsoft.com/office/drawing/2010/main" id="{E09DD2D3-9226-43C5-9E83-C9512933DB6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938C9C1B-8DD1-4EB2-AFFA-6EA18E7B8724}" type="datetime1">
              <a:t>2/11/2026</a:t>
            </a:fld>
            <a:endParaRPr dirty="0" lang="en-US"/>
          </a:p>
        </p:txBody>
      </p:sp>
      <p:sp>
        <p:nvSpPr>
          <p:cNvPr id="6" name="Footer Placeholder 5">
            <a:extLst>
              <a:ext uri="{B0438949-111A-420A-BAEA-A5DE4BE28336}">
                <a16:creationId xmlns:a16="http://schemas.microsoft.com/office/drawing/2010/main" id="{3CDDF484-3B10-4B1C-B118-381C20826AF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95173437-4DA5-4949-9BCA-C7C01DF9A591}">
                <a16:creationId xmlns:a16="http://schemas.microsoft.com/office/drawing/2010/main" id="{3568B836-61F5-48A9-BAC8-AECF88E3297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0EE74D27-067E-48B8-B539-1EA21E0DFB8C}" type="slidenum"/>
            <a:endParaRPr dirty="0" lang="en-US"/>
          </a:p>
        </p:txBody>
      </p:sp>
    </p:spTree>
    <p:extLst>
      <p:ext uri="{5849EB81-B0D3-4677-85BE-BE54E43ABFFE}">
        <p14:creationId xmlns:p14="http://schemas.microsoft.com/office/powerpoint/2010/main" val="1770803560950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C308E74-8BE1-4989-8182-A979DEEC58F7}">
                <a16:creationId xmlns:a16="http://schemas.microsoft.com/office/drawing/2010/main" id="{0E496E1D-F6CB-4DE1-89B4-F1863BE65B5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792288" y="4800600"/>
            <a:ext cx="5486400" cy="566738"/>
          </a:xfrm>
        </p:spPr>
        <p:txBody>
          <a:bodyPr anchor="b" rtlCol="0"/>
          <a:lstStyle>
            <a:lvl1pPr algn="l" lvl="0">
              <a:defRPr b="1" dirty="0" lang="en-US" sz="2000">
                <a:latin typeface="+mj-lt"/>
              </a:defRPr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489B30F5-0043-4F7C-AB28-2F555A907345}">
                <a16:creationId xmlns:a16="http://schemas.microsoft.com/office/drawing/2010/main" id="{85BE3AF5-AFA1-4A1B-9018-029DB924144A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1792288" y="612775"/>
            <a:ext cx="5486400" cy="4114800"/>
          </a:xfrm>
        </p:spPr>
        <p:txBody>
          <a:bodyPr rtlCol="0"/>
          <a:lstStyle>
            <a:lvl1pPr indent="0" lvl="0" marL="0">
              <a:buNone/>
              <a:defRPr dirty="0" lang="en-US" sz="3200"/>
            </a:lvl1pPr>
            <a:lvl2pPr indent="0" lvl="1" marL="457200">
              <a:buNone/>
              <a:defRPr dirty="0" lang="en-US" sz="2800"/>
            </a:lvl2pPr>
            <a:lvl3pPr indent="0" lvl="2" marL="914400">
              <a:buNone/>
              <a:defRPr dirty="0" lang="en-US" sz="2400"/>
            </a:lvl3pPr>
            <a:lvl4pPr indent="0" lvl="3" marL="1371600">
              <a:buNone/>
              <a:defRPr dirty="0" lang="en-US" sz="2000"/>
            </a:lvl4pPr>
            <a:lvl5pPr indent="0" lvl="4" marL="1828800">
              <a:buNone/>
              <a:defRPr dirty="0" lang="en-US" sz="2000"/>
            </a:lvl5pPr>
            <a:lvl6pPr indent="0" lvl="5" marL="2286000">
              <a:buNone/>
              <a:defRPr dirty="0" lang="en-US" sz="2000"/>
            </a:lvl6pPr>
            <a:lvl7pPr indent="0" lvl="6" marL="2743200">
              <a:buNone/>
              <a:defRPr dirty="0" lang="en-US" sz="2000"/>
            </a:lvl7pPr>
            <a:lvl8pPr indent="0" lvl="7" marL="3200400">
              <a:buNone/>
              <a:defRPr dirty="0" lang="en-US" sz="2000"/>
            </a:lvl8pPr>
            <a:lvl9pPr indent="0" lvl="8" marL="3657600">
              <a:buNone/>
              <a:defRPr dirty="0" lang="en-US" sz="2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Text Placeholder 3">
            <a:extLst>
              <a:ext uri="{88D77CF7-0A29-4FD1-9205-BE847D9FFEE0}">
                <a16:creationId xmlns:a16="http://schemas.microsoft.com/office/drawing/2010/main" id="{69181D39-FDF0-4E98-BB73-011E2C37FF9B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1792288" y="5367337"/>
            <a:ext cx="5486400" cy="804862"/>
          </a:xfrm>
        </p:spPr>
        <p:txBody>
          <a:bodyPr rtlCol="0"/>
          <a:lstStyle>
            <a:lvl1pPr indent="0" lvl="0" marL="0">
              <a:buNone/>
              <a:defRPr dirty="0" lang="en-US" sz="1400"/>
            </a:lvl1pPr>
            <a:lvl2pPr indent="0" lvl="1" marL="457200">
              <a:buNone/>
              <a:defRPr dirty="0" lang="en-US" sz="1200"/>
            </a:lvl2pPr>
            <a:lvl3pPr indent="0" lvl="2" marL="914400">
              <a:buNone/>
              <a:defRPr dirty="0" lang="en-US" sz="1000"/>
            </a:lvl3pPr>
            <a:lvl4pPr indent="0" lvl="3" marL="1371600">
              <a:buNone/>
              <a:defRPr dirty="0" lang="en-US" sz="900"/>
            </a:lvl4pPr>
            <a:lvl5pPr indent="0" lvl="4" marL="1828800">
              <a:buNone/>
              <a:defRPr dirty="0" lang="en-US" sz="900"/>
            </a:lvl5pPr>
            <a:lvl6pPr indent="0" lvl="5" marL="2286000">
              <a:buNone/>
              <a:defRPr dirty="0" lang="en-US" sz="900"/>
            </a:lvl6pPr>
            <a:lvl7pPr indent="0" lvl="6" marL="2743200">
              <a:buNone/>
              <a:defRPr dirty="0" lang="en-US" sz="900"/>
            </a:lvl7pPr>
            <a:lvl8pPr indent="0" lvl="7" marL="3200400">
              <a:buNone/>
              <a:defRPr dirty="0" lang="en-US" sz="900"/>
            </a:lvl8pPr>
            <a:lvl9pPr indent="0" lvl="8" marL="3657600">
              <a:buNone/>
              <a:defRPr dirty="0" lang="en-US" sz="9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D777BABE-37E6-41C7-B17B-ECC8250DEC88}">
                <a16:creationId xmlns:a16="http://schemas.microsoft.com/office/drawing/2010/main" id="{1A109803-7ECF-4B87-BCDB-CA9EB179F09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04A9D41C-A15E-478C-852A-BDF922A05458}" type="datetime1">
              <a:t>2/11/2026</a:t>
            </a:fld>
            <a:endParaRPr dirty="0" lang="en-US"/>
          </a:p>
        </p:txBody>
      </p:sp>
      <p:sp>
        <p:nvSpPr>
          <p:cNvPr id="6" name="Footer Placeholder 5">
            <a:extLst>
              <a:ext uri="{67162B13-7549-432D-8E8C-74A849FAD4E0}">
                <a16:creationId xmlns:a16="http://schemas.microsoft.com/office/drawing/2010/main" id="{FBA8CCDF-71F2-47C1-80FE-7AE4512239CC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D170F6D5-95D0-45D8-B257-A0FE777FE337}">
                <a16:creationId xmlns:a16="http://schemas.microsoft.com/office/drawing/2010/main" id="{7A4B4BF2-75E8-459A-BB77-B065F6402AC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038ECC53-95A7-4719-9A6F-534C62E82A93}" type="slidenum"/>
            <a:endParaRPr dirty="0" lang="en-US"/>
          </a:p>
        </p:txBody>
      </p:sp>
    </p:spTree>
    <p:extLst>
      <p:ext uri="{10D8A551-9057-4121-84F5-4C6DE9199088}">
        <p14:creationId xmlns:p14="http://schemas.microsoft.com/office/powerpoint/2010/main" val="1770803560950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BA058F-D790-4985-8C8D-72471FA4CC6F}">
                <a16:creationId xmlns:a16="http://schemas.microsoft.com/office/drawing/2010/main" id="{AEC8E529-AF33-4B9E-9D9A-9FC36FE6585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75908C46-DC52-4334-89B2-95B26710ADAF}">
                <a16:creationId xmlns:a16="http://schemas.microsoft.com/office/drawing/2010/main" id="{AC27F45E-19F1-484E-9707-1BECA03C23C0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D36A21BE-9182-4A86-BC97-926C7BBA321D}">
                <a16:creationId xmlns:a16="http://schemas.microsoft.com/office/drawing/2010/main" id="{E0F0F9C8-C96B-43AA-83A3-17E342EA785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6F425E02-6AA1-4B23-A531-F10E292B19A4}" type="datetime1">
              <a:t>2/11/2026</a:t>
            </a:fld>
            <a:endParaRPr dirty="0" lang="en-US"/>
          </a:p>
        </p:txBody>
      </p:sp>
      <p:sp>
        <p:nvSpPr>
          <p:cNvPr id="5" name="Footer Placeholder 4">
            <a:extLst>
              <a:ext uri="{C0AA5331-CD4E-426E-AFC8-84AA1004CED9}">
                <a16:creationId xmlns:a16="http://schemas.microsoft.com/office/drawing/2010/main" id="{CEF9F795-E775-41E7-8404-AA7F8C83BDC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A5BD630A-85FC-4D98-A391-6A5BC333CEF8}">
                <a16:creationId xmlns:a16="http://schemas.microsoft.com/office/drawing/2010/main" id="{608A7CE8-84F1-4E7D-8EA5-BF68379ED98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C8B324E9-21C0-4D04-922F-71B5D203950B}" type="slidenum"/>
            <a:endParaRPr dirty="0" lang="en-US"/>
          </a:p>
        </p:txBody>
      </p:sp>
    </p:spTree>
    <p:extLst>
      <p:ext uri="{660C7F68-EA4B-41C4-86DB-5FFCA1E583C8}">
        <p14:creationId xmlns:p14="http://schemas.microsoft.com/office/powerpoint/2010/main" val="1770803560951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8AD3AF65-170A-43D8-B5AD-48261880B9FF}">
                <a16:creationId xmlns:a16="http://schemas.microsoft.com/office/drawing/2010/main" id="{A816E4C3-0B12-499F-BE34-DEF9BF9FB33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6629400" y="274638"/>
            <a:ext cx="2057400" cy="5851524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CBF54671-9436-4B0E-8E4C-CCF224625D7A}">
                <a16:creationId xmlns:a16="http://schemas.microsoft.com/office/drawing/2010/main" id="{1A108775-A8AE-4974-9FCA-7D60FD1D2FCB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57200" y="274638"/>
            <a:ext cx="6019800" cy="5851524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567BD027-6E35-4BC1-A6AA-721EB9C5A4F9}">
                <a16:creationId xmlns:a16="http://schemas.microsoft.com/office/drawing/2010/main" id="{1E69BC5E-D44C-44B7-8870-F0D6550F2B7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D0A025B2-FE3D-4B94-BB10-C1E0310CC32E}" type="datetime1">
              <a:t>2/11/2026</a:t>
            </a:fld>
            <a:endParaRPr dirty="0" lang="en-US"/>
          </a:p>
        </p:txBody>
      </p:sp>
      <p:sp>
        <p:nvSpPr>
          <p:cNvPr id="5" name="Footer Placeholder 4">
            <a:extLst>
              <a:ext uri="{76948264-74B8-437B-ABED-8D2C929C8EDD}">
                <a16:creationId xmlns:a16="http://schemas.microsoft.com/office/drawing/2010/main" id="{F1A643C6-5978-4673-AFA9-518707E6CD9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990AAF63-0B24-448F-B179-B8B5E899BDD0}">
                <a16:creationId xmlns:a16="http://schemas.microsoft.com/office/drawing/2010/main" id="{024C0EE6-2230-419E-8D7D-E2A79805299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F9872CE3-0016-493D-A35B-34B3371E81CF}" type="slidenum"/>
            <a:endParaRPr dirty="0" lang="en-US"/>
          </a:p>
        </p:txBody>
      </p:sp>
    </p:spTree>
    <p:extLst>
      <p:ext uri="{BA732AB5-821F-45AD-9AD3-B035381B753C}">
        <p14:creationId xmlns:p14="http://schemas.microsoft.com/office/powerpoint/2010/main" val="177080356095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.png" Type="http://schemas.openxmlformats.org/officeDocument/2006/relationships/imag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blipFill dpi="0"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28F6EB9B-B49A-461A-8352-7FFD0C34636C}">
                <a16:creationId xmlns:a16="http://schemas.microsoft.com/office/drawing/2010/main" id="{AEC23413-E5F8-4C3C-8EFD-D2EA3A42FBB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9E61CC14-D1CD-4328-9F50-02CD4D04ADD1}">
                <a16:creationId xmlns:a16="http://schemas.microsoft.com/office/drawing/2010/main" id="{F15348C3-D86C-492E-A4EA-EFC44018C869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57200" y="1600200"/>
            <a:ext cx="8229600" cy="452596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9710B68F-2165-44AC-9C5B-D6644911A94D}">
                <a16:creationId xmlns:a16="http://schemas.microsoft.com/office/drawing/2010/main" id="{446028D6-B371-46C0-990E-CEA66BC63797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 lvl="0">
              <a:defRPr dirty="0"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ABCA4F01-3B1C-4972-95D4-71FEFDB4A616}" type="datetime1">
              <a:t>2/11/2026</a:t>
            </a:fld>
            <a:endParaRPr dirty="0" lang="en-US"/>
          </a:p>
        </p:txBody>
      </p:sp>
      <p:sp>
        <p:nvSpPr>
          <p:cNvPr id="5" name="Footer Placeholder 4">
            <a:extLst>
              <a:ext uri="{939CC0BE-2EA4-4F49-926F-9AB5D39F1CEB}">
                <a16:creationId xmlns:a16="http://schemas.microsoft.com/office/drawing/2010/main" id="{27A4BC31-5812-453D-8E86-EB67BE0C21E7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 lvl="0">
              <a:defRPr dirty="0"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59291953-59A7-455A-90A5-58D5C85E07F1}">
                <a16:creationId xmlns:a16="http://schemas.microsoft.com/office/drawing/2010/main" id="{B015EB92-C512-482E-AE62-B8DBEB5378B4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77B65F2-5EB1-4387-85E0-987BDB02BC2D}" type="slidenum"/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lvl="0" rtl="false">
        <a:spcBef>
          <a:spcPct val="0"/>
        </a:spcBef>
        <a:buNone/>
        <a:defRPr dirty="0" lang="en-US" sz="44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ct val="20000"/>
        </a:spcBef>
        <a:buChar char="•"/>
        <a:buFont typeface="Arial"/>
        <a:defRPr dirty="0" lang="en-US" sz="32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ct val="20000"/>
        </a:spcBef>
        <a:buChar char="–"/>
        <a:buFont typeface="Arial"/>
        <a:defRPr dirty="0" lang="en-US" sz="2800">
          <a:solidFill>
            <a:schemeClr val="tx1"/>
          </a:solidFill>
          <a:latin typeface="+mn-lt"/>
        </a:defRPr>
      </a:lvl2pPr>
      <a:lvl3pPr algn="l" indent="-228600" lvl="2" marL="1143000" rtl="false">
        <a:spcBef>
          <a:spcPct val="20000"/>
        </a:spcBef>
        <a:buChar char="•"/>
        <a:buFont typeface="Arial"/>
        <a:defRPr dirty="0" lang="en-US" sz="2400">
          <a:solidFill>
            <a:schemeClr val="tx1"/>
          </a:solidFill>
          <a:latin typeface="+mn-lt"/>
        </a:defRPr>
      </a:lvl3pPr>
      <a:lvl4pPr algn="l" indent="-228600" lvl="3" marL="1600200" rtl="false">
        <a:spcBef>
          <a:spcPct val="20000"/>
        </a:spcBef>
        <a:buChar char="–"/>
        <a:buFont typeface="Arial"/>
        <a:defRPr dirty="0" lang="en-US" sz="2000">
          <a:solidFill>
            <a:schemeClr val="tx1"/>
          </a:solidFill>
          <a:latin typeface="+mn-lt"/>
        </a:defRPr>
      </a:lvl4pPr>
      <a:lvl5pPr algn="l" indent="-228600" lvl="4" marL="2057400" rtl="false">
        <a:spcBef>
          <a:spcPct val="20000"/>
        </a:spcBef>
        <a:buChar char="»"/>
        <a:buFont typeface="Arial"/>
        <a:defRPr dirty="0" lang="en-US" sz="2000">
          <a:solidFill>
            <a:schemeClr val="tx1"/>
          </a:solidFill>
          <a:latin typeface="+mn-lt"/>
        </a:defRPr>
      </a:lvl5pPr>
      <a:lvl6pPr algn="l" indent="-228600" lvl="5" marL="2514600" rtl="false">
        <a:spcBef>
          <a:spcPct val="200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6pPr>
      <a:lvl7pPr algn="l" indent="-228600" lvl="6" marL="2971800" rtl="false">
        <a:spcBef>
          <a:spcPct val="200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7pPr>
      <a:lvl8pPr algn="l" indent="-228600" lvl="7" marL="3429000" rtl="false">
        <a:spcBef>
          <a:spcPct val="200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8pPr>
      <a:lvl9pPr algn="l" indent="-228600" lvl="8" marL="3886200" rtl="false">
        <a:spcBef>
          <a:spcPct val="200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1" Target="../slideLayouts/slideLayout7.xml" Type="http://schemas.openxmlformats.org/officeDocument/2006/relationships/slideLayout"/><Relationship Id="rId4" Target="../notesSlides/notesSlide1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2" Target="../media/image5.png" Type="http://schemas.openxmlformats.org/officeDocument/2006/relationships/image"/><Relationship Id="rId3" Target="../media/image3.png" Type="http://schemas.openxmlformats.org/officeDocument/2006/relationships/image"/><Relationship Id="rId1" Target="../slideLayouts/slideLayout7.xml" Type="http://schemas.openxmlformats.org/officeDocument/2006/relationships/slideLayout"/><Relationship Id="rId4" Target="../notesSlides/notesSlide2.xml" Type="http://schemas.openxmlformats.org/officeDocument/2006/relationships/notesSlide"/></Relationships>
</file>

<file path=ppt/slides/_rels/slide4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1" Target="../slideLayouts/slideLayout7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5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https://school.myelin.co.in/diagnostics/" TargetMode="External" Type="http://schemas.openxmlformats.org/officeDocument/2006/relationships/hyperlink"/><Relationship Id="rId5" Target="https://school.myelin.co.in/diagnostics/" TargetMode="External" Type="http://schemas.openxmlformats.org/officeDocument/2006/relationships/hyperlink"/><Relationship Id="rId1" Target="../slideLayouts/slideLayout7.xml" Type="http://schemas.openxmlformats.org/officeDocument/2006/relationships/slideLayout"/><Relationship Id="rId6" Target="../notesSlides/notesSlide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>
            <a:extLst>
              <a:ext uri="{7EBCBD96-E658-4AAB-A5C3-FFBC66B680C4}">
                <a16:creationId xmlns:a16="http://schemas.microsoft.com/office/drawing/2010/main" id="{607F07D1-6129-407F-8D4A-AB408A7E8438}"/>
              </a:ext>
            </a:extLst>
          </p:cNvPr>
          <p:cNvSpPr/>
          <p:nvPr/>
        </p:nvSpPr>
        <p:spPr>
          <a:xfrm rot="0">
            <a:off x="3740242" y="3640509"/>
            <a:ext cx="10807517" cy="3407991"/>
          </a:xfrm>
          <a:custGeom>
            <a:avLst/>
            <a:gdLst/>
            <a:ahLst/>
            <a:cxnLst/>
            <a:rect b="b" l="0" r="r" t="0"/>
            <a:pathLst>
              <a:path h="3407991" w="10807517">
                <a:moveTo>
                  <a:pt x="0" y="0"/>
                </a:moveTo>
                <a:lnTo>
                  <a:pt x="10807516" y="0"/>
                </a:lnTo>
                <a:lnTo>
                  <a:pt x="10807516" y="3407992"/>
                </a:lnTo>
                <a:lnTo>
                  <a:pt x="0" y="340799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 b="-10187" l="-4944" t="-5659"/>
            </a:stretch>
          </a:blipFill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TextBox 4">
            <a:extLst>
              <a:ext uri="{4CD4563E-E502-402E-B9C1-CE23AB13EB6C}">
                <a16:creationId xmlns:a16="http://schemas.microsoft.com/office/drawing/2010/main" id="{CB7526D5-B739-4489-A0A8-D29594010932}"/>
              </a:ext>
            </a:extLst>
          </p:cNvPr>
          <p:cNvSpPr txBox="1"/>
          <p:nvPr/>
        </p:nvSpPr>
        <p:spPr>
          <a:xfrm rot="0">
            <a:off x="5203293" y="1948529"/>
            <a:ext cx="7881414" cy="797007"/>
          </a:xfrm>
          <a:prstGeom prst="rect">
            <a:avLst/>
          </a:prstGeom>
        </p:spPr>
        <p:txBody>
          <a:bodyPr anchor="t" bIns="0" lIns="0" rIns="0" rtlCol="0" tIns="0">
            <a:spAutoFit/>
          </a:bodyPr>
          <a:lstStyle/>
          <a:p>
            <a:pPr algn="ctr">
              <a:lnSpc>
                <a:spcPts val="6188"/>
              </a:lnSpc>
            </a:pPr>
            <a:r>
              <a:rPr dirty="0" lang="en-US" sz="4420">
                <a:solidFill>
                  <a:srgbClr val="042c3c"/>
                </a:solidFill>
                <a:latin typeface="Poppins"/>
              </a:rPr>
              <a:t>Give a hand to learning with</a:t>
            </a:r>
            <a:endParaRPr dirty="0" lang="en-US" sz="4420">
              <a:solidFill>
                <a:srgbClr val="042c3c"/>
              </a:solidFill>
              <a:latin typeface="Poppins"/>
            </a:endParaRPr>
          </a:p>
        </p:txBody>
      </p:sp>
      <p:sp>
        <p:nvSpPr>
          <p:cNvPr id="4" name="Freeform 5">
            <a:extLst>
              <a:ext uri="{37CA0EF8-F830-45F4-BD75-19EBC8C1B0BD}">
                <a16:creationId xmlns:a16="http://schemas.microsoft.com/office/drawing/2010/main" id="{BE5B303F-694F-4EEE-88A3-6D34D385B89D}"/>
              </a:ext>
            </a:extLst>
          </p:cNvPr>
          <p:cNvSpPr/>
          <p:nvPr/>
        </p:nvSpPr>
        <p:spPr>
          <a:xfrm rot="0">
            <a:off x="16607021" y="376422"/>
            <a:ext cx="1304555" cy="1304555"/>
          </a:xfrm>
          <a:custGeom>
            <a:avLst/>
            <a:gdLst/>
            <a:ahLst/>
            <a:cxnLst/>
            <a:rect b="b" l="0" r="r" t="0"/>
            <a:pathLst>
              <a:path h="1304555" w="1304555">
                <a:moveTo>
                  <a:pt x="0" y="0"/>
                </a:moveTo>
                <a:lnTo>
                  <a:pt x="1304556" y="0"/>
                </a:lnTo>
                <a:lnTo>
                  <a:pt x="1304556" y="1304556"/>
                </a:lnTo>
                <a:lnTo>
                  <a:pt x="0" y="130455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</p:spTree>
    <p:extLst>
      <p:ext uri="{F1A35165-BA3A-4500-944B-924B330F1EEE}">
        <p14:creationId xmlns:p14="http://schemas.microsoft.com/office/powerpoint/2010/main" val="1770803560953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17623480-5FD8-4C0E-92D4-362A2E78B3E9}">
                <a16:creationId xmlns:a16="http://schemas.microsoft.com/office/drawing/2010/main" id="{9A40BC69-0DC6-4015-8C01-DCAE8BCF135D}"/>
              </a:ext>
            </a:extLst>
          </p:cNvPr>
          <p:cNvSpPr/>
          <p:nvPr/>
        </p:nvSpPr>
        <p:spPr>
          <a:xfrm rot="0">
            <a:off x="16607021" y="376422"/>
            <a:ext cx="1304555" cy="1304555"/>
          </a:xfrm>
          <a:custGeom>
            <a:avLst/>
            <a:gdLst/>
            <a:ahLst/>
            <a:cxnLst/>
            <a:rect b="b" l="0" r="r" t="0"/>
            <a:pathLst>
              <a:path h="1304555" w="1304555">
                <a:moveTo>
                  <a:pt x="0" y="0"/>
                </a:moveTo>
                <a:lnTo>
                  <a:pt x="1304556" y="0"/>
                </a:lnTo>
                <a:lnTo>
                  <a:pt x="1304556" y="1304556"/>
                </a:lnTo>
                <a:lnTo>
                  <a:pt x="0" y="130455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Freeform 3">
            <a:extLst>
              <a:ext uri="{45D06818-EB8E-4576-B243-B6491A7B0FBE}">
                <a16:creationId xmlns:a16="http://schemas.microsoft.com/office/drawing/2010/main" id="{1117D253-A67B-4CFE-A447-0B3482DD4FB1}"/>
              </a:ext>
            </a:extLst>
          </p:cNvPr>
          <p:cNvSpPr/>
          <p:nvPr/>
        </p:nvSpPr>
        <p:spPr>
          <a:xfrm rot="3200841">
            <a:off x="5279879" y="4455414"/>
            <a:ext cx="6739337" cy="5107554"/>
          </a:xfrm>
          <a:custGeom>
            <a:avLst/>
            <a:gdLst/>
            <a:ahLst/>
            <a:cxnLst/>
            <a:rect b="b" l="0" r="r" t="0"/>
            <a:pathLst>
              <a:path h="5029108" w="6133059">
                <a:moveTo>
                  <a:pt x="0" y="0"/>
                </a:moveTo>
                <a:lnTo>
                  <a:pt x="6133060" y="0"/>
                </a:lnTo>
                <a:lnTo>
                  <a:pt x="6133060" y="5029108"/>
                </a:lnTo>
                <a:lnTo>
                  <a:pt x="0" y="5029108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TextBox 5">
            <a:extLst>
              <a:ext uri="{AAD203A9-3F7A-47DE-8039-6F8FDA5C1B80}">
                <a16:creationId xmlns:a16="http://schemas.microsoft.com/office/drawing/2010/main" id="{117F98CC-0D0A-4C0C-914C-B9B9A66A86E8}"/>
              </a:ext>
            </a:extLst>
          </p:cNvPr>
          <p:cNvSpPr txBox="1"/>
          <p:nvPr/>
        </p:nvSpPr>
        <p:spPr>
          <a:xfrm rot="0">
            <a:off x="2306850" y="641508"/>
            <a:ext cx="13674299" cy="3323987"/>
          </a:xfrm>
          <a:prstGeom prst="rect">
            <a:avLst/>
          </a:prstGeom>
        </p:spPr>
        <p:txBody>
          <a:bodyPr anchor="t" bIns="0" lIns="0" rIns="0" rtlCol="0" tIns="0" wrap="square">
            <a:spAutoFit/>
          </a:bodyPr>
          <a:lstStyle/>
          <a:p>
            <a:pPr algn="ctr"/>
            <a:r>
              <a:rPr b="1" dirty="0" lang="en-US" sz="7200">
                <a:solidFill>
                  <a:srgbClr val="660099"/>
                </a:solidFill>
                <a:latin typeface="Graviola Soft Bold"/>
              </a:rPr>
              <a:t>NEP : Foundational Principles</a:t>
            </a:r>
          </a:p>
          <a:p>
            <a:pPr algn="ctr"/>
            <a:r>
              <a:rPr b="1" dirty="0" lang="mr-IN" sz="6600">
                <a:solidFill>
                  <a:srgbClr val="7030a0"/>
                </a:solidFill>
                <a:latin typeface="+mj-lt"/>
              </a:rPr>
              <a:t>मूलभूत तत्त्वे</a:t>
            </a:r>
          </a:p>
          <a:p>
            <a:pPr algn="ctr"/>
            <a:r>
              <a:rPr b="1" dirty="0" lang="en-US" sz="7200">
                <a:solidFill>
                  <a:srgbClr val="660099"/>
                </a:solidFill>
                <a:latin typeface="Graviola Soft Bold"/>
              </a:rPr>
              <a:t> </a:t>
            </a:r>
            <a:endParaRPr b="1" dirty="0" lang="en-US" sz="7200">
              <a:solidFill>
                <a:srgbClr val="660099"/>
              </a:solidFill>
              <a:latin typeface="Graviola Soft Bold"/>
            </a:endParaRPr>
          </a:p>
        </p:txBody>
      </p:sp>
      <p:sp>
        <p:nvSpPr>
          <p:cNvPr id="5" name="TextBox 5">
            <a:extLst>
              <a:ext uri="{7205033C-9550-4B3A-AEBB-83C8665854C6}">
                <a16:creationId xmlns:a16="http://schemas.microsoft.com/office/drawing/2010/main" id="{E20D94CF-4553-45C6-90BB-6167B725B07D}"/>
              </a:ext>
            </a:extLst>
          </p:cNvPr>
          <p:cNvSpPr txBox="1"/>
          <p:nvPr/>
        </p:nvSpPr>
        <p:spPr>
          <a:xfrm rot="0">
            <a:off x="2133600" y="3238500"/>
            <a:ext cx="14097000" cy="668901"/>
          </a:xfrm>
          <a:prstGeom prst="rect">
            <a:avLst/>
          </a:prstGeom>
        </p:spPr>
        <p:txBody>
          <a:bodyPr anchor="t" bIns="0" lIns="0" rIns="0" rtlCol="0" tIns="0" wrap="square">
            <a:spAutoFit/>
          </a:bodyPr>
          <a:lstStyle>
            <a:lvl1pPr algn="ctr" lvl="0">
              <a:lnSpc>
                <a:spcPct val="150000"/>
              </a:lnSpc>
              <a:spcBef>
                <a:spcPct val="0"/>
              </a:spcBef>
              <a:defRPr dirty="0" i="1" lang="en-US" sz="3200">
                <a:solidFill>
                  <a:srgbClr val="16424a"/>
                </a:solidFill>
                <a:latin typeface="Poppins"/>
              </a:defRPr>
            </a:lvl1pPr>
          </a:lstStyle>
          <a:p>
            <a:pPr/>
            <a:r>
              <a:rPr dirty="0" lang="en-US"/>
              <a:t>(From the Introduction of the National Education Policy 2020)</a:t>
            </a:r>
            <a:endParaRPr dirty="0" lang="en-US"/>
          </a:p>
        </p:txBody>
      </p:sp>
      <p:cxnSp>
        <p:nvCxnSpPr>
          <p:cNvPr id="6" name="Straight Connector 9">
            <a:extLst>
              <a:ext uri="{D9282FF7-0675-4745-BDDD-91480AC2A0ED}">
                <a16:creationId xmlns:a16="http://schemas.microsoft.com/office/drawing/2010/main" id="{E5471DCB-A1AE-42AC-9D98-21A4DAAA494E}"/>
              </a:ext>
            </a:extLst>
          </p:cNvPr>
          <p:cNvCxnSpPr/>
          <p:nvPr/>
        </p:nvCxnSpPr>
        <p:spPr>
          <a:xfrm rot="0">
            <a:off x="8421053" y="3086100"/>
            <a:ext cx="1445892" cy="607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F817077F-E9A7-4C56-95BB-0B7863BCE90A}">
        <p14:creationId xmlns:p14="http://schemas.microsoft.com/office/powerpoint/2010/main" val="1770803560953"/>
      </p:ext>
    </p:extLst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>
            <a:extLst>
              <a:ext uri="{0CDD04E8-3405-4E54-98F1-3ABEBA285CE2}">
                <a16:creationId xmlns:a16="http://schemas.microsoft.com/office/drawing/2010/main" id="{7BCBA672-5D39-4517-9ED0-A6920A330618}"/>
              </a:ext>
            </a:extLst>
          </p:cNvPr>
          <p:cNvPicPr>
            <a:picLocks noChangeAspect="true"/>
          </p:cNvPicPr>
          <p:nvPr/>
        </p:nvPicPr>
        <p:blipFill>
          <a:blip r:embed="rId2"/>
          <a:srcRect b="14425" l="58437" r="4973"/>
          <a:stretch>
            <a:fillRect/>
          </a:stretch>
        </p:blipFill>
        <p:spPr>
          <a:xfrm rot="0">
            <a:off x="10439400" y="0"/>
            <a:ext cx="7848600" cy="10325100"/>
          </a:xfrm>
          <a:prstGeom prst="rect">
            <a:avLst/>
          </a:prstGeom>
          <a:noFill/>
        </p:spPr>
      </p:pic>
      <p:sp>
        <p:nvSpPr>
          <p:cNvPr id="3" name="Freeform 9">
            <a:extLst>
              <a:ext uri="{08972371-FD22-4E31-9FDD-B963223B2481}">
                <a16:creationId xmlns:a16="http://schemas.microsoft.com/office/drawing/2010/main" id="{E8BBEC12-329F-45F3-949A-7E4AAF8AB4D1}"/>
              </a:ext>
            </a:extLst>
          </p:cNvPr>
          <p:cNvSpPr/>
          <p:nvPr/>
        </p:nvSpPr>
        <p:spPr>
          <a:xfrm rot="0">
            <a:off x="16607021" y="376422"/>
            <a:ext cx="1304555" cy="1304555"/>
          </a:xfrm>
          <a:custGeom>
            <a:avLst/>
            <a:gdLst/>
            <a:ahLst/>
            <a:cxnLst/>
            <a:rect b="b" l="0" r="r" t="0"/>
            <a:pathLst>
              <a:path h="1304555" w="1304555">
                <a:moveTo>
                  <a:pt x="0" y="0"/>
                </a:moveTo>
                <a:lnTo>
                  <a:pt x="1304556" y="0"/>
                </a:lnTo>
                <a:lnTo>
                  <a:pt x="1304556" y="1304556"/>
                </a:lnTo>
                <a:lnTo>
                  <a:pt x="0" y="130455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tretch>
              <a:fillRect/>
            </a:stretch>
          </a:blipFill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Rectangle 2">
            <a:extLst>
              <a:ext uri="{BF7CAE96-4CAE-4B23-A812-6F82853A66E8}">
                <a16:creationId xmlns:a16="http://schemas.microsoft.com/office/drawing/2010/main" id="{FF455BF3-24B9-4AFC-A45A-421D3229DC44}"/>
              </a:ext>
            </a:extLst>
          </p:cNvPr>
          <p:cNvSpPr>
            <a:spLocks noChangeArrowheads="true"/>
          </p:cNvSpPr>
          <p:nvPr/>
        </p:nvSpPr>
        <p:spPr>
          <a:xfrm rot="0">
            <a:off x="354651" y="191757"/>
            <a:ext cx="10058400" cy="9787295"/>
          </a:xfrm>
          <a:prstGeom prst="rect">
            <a:avLst/>
          </a:prstGeom>
          <a:noFill/>
          <a:ln>
            <a:noFill/>
          </a:ln>
        </p:spPr>
        <p:txBody>
          <a:bodyPr anchor="ctr" bIns="0" lIns="0" numCol="1" rIns="247571" rtlCol="0" tIns="0" vert="horz" wrap="square">
            <a:spAutoFit/>
          </a:bodyPr>
          <a:lstStyle/>
          <a:p>
            <a:pPr algn="l" indent="0" lvl="0" marL="0" marR="0" rtl="fal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b="1" baseline="0" cap="none" dirty="0" i="0" lang="en-US" strike="noStrike" sz="3600" u="none">
                <a:ln>
                  <a:noFill/>
                </a:ln>
                <a:solidFill>
                  <a:srgbClr val="7030a0"/>
                </a:solidFill>
                <a:latin typeface="inherit"/>
              </a:rPr>
              <a:t>FP-1</a:t>
            </a:r>
            <a:r>
              <a:rPr b="0" baseline="0" cap="none" dirty="0" i="0" lang="en-US" strike="noStrike" sz="3000" u="none">
                <a:ln>
                  <a:noFill/>
                </a:ln>
                <a:solidFill>
                  <a:srgbClr val="18191b"/>
                </a:solidFill>
                <a:latin typeface="inherit"/>
              </a:rPr>
              <a:t> Every Child is Unique | Recognizing individual differences, inclusive education </a:t>
            </a:r>
          </a:p>
          <a:p>
            <a:pPr algn="l" indent="0" lvl="0" marL="0" marR="0" rtl="fal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b="0" baseline="0" cap="none" dirty="0" i="0" lang="mr-IN" strike="noStrike" sz="2800" u="none">
                <a:ln>
                  <a:noFill/>
                </a:ln>
                <a:solidFill>
                  <a:srgbClr val="18191b"/>
                </a:solidFill>
                <a:latin typeface="inherit"/>
              </a:rPr>
              <a:t>प्रत्येक मूल वेगळे आहे | वैयक्तिक गुण ओळखणे, सर्वसमावेशक शिक्षण</a:t>
            </a:r>
          </a:p>
          <a:p>
            <a:pPr algn="l" indent="0" lvl="0" marL="0" marR="0" rtl="fal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b="0" baseline="0" cap="none" dirty="0" i="0" lang="en-US" strike="noStrike" sz="3000" u="none">
                <a:ln>
                  <a:noFill/>
                </a:ln>
                <a:solidFill>
                  <a:srgbClr val="18191b"/>
                </a:solidFill>
                <a:latin typeface="inherit"/>
              </a:rPr>
            </a:br>
            <a:r>
              <a:rPr b="1" baseline="0" cap="none" dirty="0" i="0" lang="en-US" strike="noStrike" sz="3600" u="none">
                <a:ln>
                  <a:noFill/>
                </a:ln>
                <a:solidFill>
                  <a:srgbClr val="7030a0"/>
                </a:solidFill>
                <a:latin typeface="inherit"/>
              </a:rPr>
              <a:t>FP-2</a:t>
            </a:r>
            <a:r>
              <a:rPr dirty="0" lang="en-US" sz="3000">
                <a:solidFill>
                  <a:srgbClr val="18191b"/>
                </a:solidFill>
                <a:latin typeface="inherit"/>
              </a:rPr>
              <a:t> </a:t>
            </a:r>
            <a:r>
              <a:rPr b="0" baseline="0" cap="none" dirty="0" i="0" lang="en-US" strike="noStrike" sz="3000" u="none">
                <a:ln>
                  <a:noFill/>
                </a:ln>
                <a:solidFill>
                  <a:srgbClr val="18191b"/>
                </a:solidFill>
                <a:latin typeface="inherit"/>
              </a:rPr>
              <a:t>Holistic &amp; Experiential Learning | Learning by doing, connecting to real life </a:t>
            </a:r>
          </a:p>
          <a:p>
            <a:pPr algn="l" indent="0" lvl="0" marL="0" marR="0" rtl="fal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b="0" baseline="0" cap="none" dirty="0" i="0" lang="mr-IN" strike="noStrike" sz="2800" u="none">
                <a:ln>
                  <a:noFill/>
                </a:ln>
                <a:solidFill>
                  <a:srgbClr val="18191b"/>
                </a:solidFill>
                <a:latin typeface="inherit"/>
              </a:rPr>
              <a:t>सर्वांगीण व अनुभवाधारित शिक्षण | कृती करून शिकणे, दैनंदिन जीवनाशी जोडणे</a:t>
            </a:r>
          </a:p>
          <a:p>
            <a:pPr algn="l" indent="0" lvl="0" marL="0" marR="0" rtl="fal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b="0" baseline="0" cap="none" dirty="0" i="0" lang="en-US" strike="noStrike" sz="2800" u="none">
                <a:ln>
                  <a:noFill/>
                </a:ln>
                <a:solidFill>
                  <a:srgbClr val="18191b"/>
                </a:solidFill>
                <a:latin typeface="inherit"/>
              </a:rPr>
            </a:br>
            <a:r>
              <a:rPr b="1" baseline="0" cap="none" dirty="0" i="0" lang="en-US" strike="noStrike" sz="3600" u="none">
                <a:ln>
                  <a:noFill/>
                </a:ln>
                <a:solidFill>
                  <a:srgbClr val="7030a0"/>
                </a:solidFill>
                <a:latin typeface="inherit"/>
              </a:rPr>
              <a:t>FP-3</a:t>
            </a:r>
            <a:r>
              <a:rPr b="0" baseline="0" cap="none" dirty="0" i="0" lang="en-US" strike="noStrike" sz="3000" u="none">
                <a:ln>
                  <a:noFill/>
                </a:ln>
                <a:solidFill>
                  <a:srgbClr val="18191b"/>
                </a:solidFill>
                <a:latin typeface="inherit"/>
              </a:rPr>
              <a:t> Reflective Practitioner | Teacher self-reflection, continuous improvement </a:t>
            </a:r>
          </a:p>
          <a:p>
            <a:pPr algn="l" indent="0" lvl="0" marL="0" marR="0" rtl="fal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dirty="0" lang="mr-IN" sz="2800"/>
              <a:t>चिंतनशील शिक्षक | शिक्षकांचे आत्मचिंतन, सातत्यपूर्ण सुधारणा</a:t>
            </a:r>
          </a:p>
          <a:p>
            <a:pPr algn="l" indent="0" lvl="0" marL="0" marR="0" rtl="fal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b="0" baseline="0" cap="none" dirty="0" i="0" lang="en-US" strike="noStrike" sz="3000" u="none">
                <a:ln>
                  <a:noFill/>
                </a:ln>
                <a:solidFill>
                  <a:srgbClr val="18191b"/>
                </a:solidFill>
                <a:latin typeface="inherit"/>
              </a:rPr>
            </a:br>
            <a:r>
              <a:rPr b="1" baseline="0" cap="none" dirty="0" i="0" lang="en-US" strike="noStrike" sz="3600" u="none">
                <a:ln>
                  <a:noFill/>
                </a:ln>
                <a:solidFill>
                  <a:srgbClr val="7030a0"/>
                </a:solidFill>
                <a:latin typeface="inherit"/>
              </a:rPr>
              <a:t>FP-4</a:t>
            </a:r>
            <a:r>
              <a:rPr dirty="0" lang="en-US" sz="3000">
                <a:solidFill>
                  <a:srgbClr val="18191b"/>
                </a:solidFill>
                <a:latin typeface="inherit"/>
              </a:rPr>
              <a:t> </a:t>
            </a:r>
            <a:r>
              <a:rPr b="0" baseline="0" cap="none" dirty="0" i="0" lang="en-US" strike="noStrike" sz="3000" u="none">
                <a:ln>
                  <a:noFill/>
                </a:ln>
                <a:solidFill>
                  <a:srgbClr val="18191b"/>
                </a:solidFill>
                <a:latin typeface="inherit"/>
              </a:rPr>
              <a:t>Assessment for Learning | Formative assessment, understanding over marks </a:t>
            </a:r>
          </a:p>
          <a:p>
            <a:pPr algn="l" indent="0" lvl="0" marL="0" marR="0" rtl="fal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b="0" baseline="0" cap="none" dirty="0" i="0" lang="mr-IN" strike="noStrike" sz="2800" u="none">
                <a:ln>
                  <a:noFill/>
                </a:ln>
                <a:solidFill>
                  <a:srgbClr val="18191b"/>
                </a:solidFill>
                <a:latin typeface="inherit"/>
              </a:rPr>
              <a:t>शिकण्यासाठी मूल्यमापन |</a:t>
            </a:r>
            <a:r>
              <a:rPr b="0" baseline="0" cap="none" dirty="0" i="0" lang="en-US" strike="noStrike" sz="2800" u="none">
                <a:ln>
                  <a:noFill/>
                </a:ln>
                <a:solidFill>
                  <a:srgbClr val="18191b"/>
                </a:solidFill>
                <a:latin typeface="inherit"/>
              </a:rPr>
              <a:t> </a:t>
            </a:r>
            <a:r>
              <a:rPr b="0" baseline="0" cap="none" dirty="0" i="0" lang="mr-IN" strike="noStrike" sz="2800" u="none">
                <a:ln>
                  <a:noFill/>
                </a:ln>
                <a:solidFill>
                  <a:srgbClr val="18191b"/>
                </a:solidFill>
                <a:latin typeface="inherit"/>
              </a:rPr>
              <a:t>आकारिक मूल्यमापन, गुणांपेक्षा आकलनाला महत्त्व</a:t>
            </a:r>
          </a:p>
          <a:p>
            <a:pPr algn="l" indent="0" lvl="0" marL="0" marR="0" rtl="fal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b="0" baseline="0" cap="none" dirty="0" i="0" lang="en-US" strike="noStrike" sz="3000" u="none">
                <a:ln>
                  <a:noFill/>
                </a:ln>
                <a:solidFill>
                  <a:srgbClr val="18191b"/>
                </a:solidFill>
                <a:latin typeface="inherit"/>
              </a:rPr>
            </a:br>
            <a:r>
              <a:rPr b="1" baseline="0" cap="none" dirty="0" i="0" lang="en-US" strike="noStrike" sz="3600" u="none">
                <a:ln>
                  <a:noFill/>
                </a:ln>
                <a:solidFill>
                  <a:srgbClr val="7030a0"/>
                </a:solidFill>
                <a:latin typeface="inherit"/>
              </a:rPr>
              <a:t>FP-5</a:t>
            </a:r>
            <a:r>
              <a:rPr b="0" baseline="0" cap="none" dirty="0" i="0" lang="en-US" strike="noStrike" sz="3000" u="none">
                <a:ln>
                  <a:noFill/>
                </a:ln>
                <a:solidFill>
                  <a:srgbClr val="18191b"/>
                </a:solidFill>
                <a:latin typeface="inherit"/>
              </a:rPr>
              <a:t> Collaboration | Teacher-parent-community partnership </a:t>
            </a:r>
          </a:p>
          <a:p>
            <a:pPr algn="l" indent="0" lvl="0" marL="0" marR="0" rtl="fal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b="0" baseline="0" cap="none" dirty="0" i="0" lang="mr-IN" strike="noStrike" sz="2800" u="none">
                <a:ln>
                  <a:noFill/>
                </a:ln>
                <a:solidFill>
                  <a:schemeClr val="tx1"/>
                </a:solidFill>
                <a:latin typeface="Arial"/>
              </a:rPr>
              <a:t>सहकार्य | शिक्षक-पालक-समाज यांची भागीदारी</a:t>
            </a:r>
            <a:endParaRPr b="0" baseline="0" cap="none" dirty="0" i="0" lang="mr-IN" strike="noStrike" sz="2800" u="none">
              <a:ln>
                <a:noFill/>
              </a:ln>
              <a:solidFill>
                <a:schemeClr val="tx1"/>
              </a:solidFill>
              <a:latin typeface="Arial"/>
            </a:endParaRPr>
          </a:p>
        </p:txBody>
      </p:sp>
    </p:spTree>
    <p:extLst>
      <p:ext uri="{FE57F706-E3A9-48B9-B8B3-349A895D2144}">
        <p14:creationId xmlns:p14="http://schemas.microsoft.com/office/powerpoint/2010/main" val="1770803560955"/>
      </p:ext>
    </p:extLst>
  </p:cSld>
  <p:clrMapOvr>
    <a:masterClrMapping/>
  </p:clrMapOvr>
  <p:transition spd="slow">
    <p:push dir="r"/>
  </p:transition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>
            <a:extLst>
              <a:ext uri="{24E5A705-72AB-46DF-8BD5-CE0113607FE9}">
                <a16:creationId xmlns:a16="http://schemas.microsoft.com/office/drawing/2010/main" id="{B2D6DE59-99B1-484D-9AF5-1C6EB70479B4}"/>
              </a:ext>
            </a:extLst>
          </p:cNvPr>
          <p:cNvSpPr/>
          <p:nvPr/>
        </p:nvSpPr>
        <p:spPr>
          <a:xfrm rot="0">
            <a:off x="16607021" y="376422"/>
            <a:ext cx="1304555" cy="1304555"/>
          </a:xfrm>
          <a:custGeom>
            <a:avLst/>
            <a:gdLst/>
            <a:ahLst/>
            <a:cxnLst/>
            <a:rect b="b" l="0" r="r" t="0"/>
            <a:pathLst>
              <a:path h="1304555" w="1304555">
                <a:moveTo>
                  <a:pt x="0" y="0"/>
                </a:moveTo>
                <a:lnTo>
                  <a:pt x="1304556" y="0"/>
                </a:lnTo>
                <a:lnTo>
                  <a:pt x="1304556" y="1304556"/>
                </a:lnTo>
                <a:lnTo>
                  <a:pt x="0" y="130455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TextBox 3">
            <a:extLst>
              <a:ext uri="{5934A6C1-E238-4472-9087-2721C4905A83}">
                <a16:creationId xmlns:a16="http://schemas.microsoft.com/office/drawing/2010/main" id="{081710DC-3F22-4667-8512-409505EB3857}"/>
              </a:ext>
            </a:extLst>
          </p:cNvPr>
          <p:cNvSpPr txBox="1"/>
          <p:nvPr/>
        </p:nvSpPr>
        <p:spPr>
          <a:xfrm rot="0">
            <a:off x="1752600" y="2324100"/>
            <a:ext cx="14211300" cy="3477875"/>
          </a:xfrm>
          <a:prstGeom prst="rect">
            <a:avLst/>
          </a:prstGeom>
        </p:spPr>
        <p:txBody>
          <a:bodyPr anchor="t" bIns="0" lIns="0" rIns="0" rtlCol="0" tIns="0" wrap="square">
            <a:spAutoFit/>
          </a:bodyPr>
          <a:lstStyle>
            <a:lvl1pPr lvl="0">
              <a:defRPr b="1" dirty="0" lang="en-US" sz="9600">
                <a:solidFill>
                  <a:srgbClr val="660099"/>
                </a:solidFill>
                <a:latin typeface="Graviola Soft Bold"/>
              </a:defRPr>
            </a:lvl1pPr>
          </a:lstStyle>
          <a:p>
            <a:pPr/>
            <a:r>
              <a:rPr dirty="0" lang="en-US" sz="8000">
                <a:sym typeface="Graviola Soft Bold"/>
              </a:rPr>
              <a:t>What everyday tasks can we do ?</a:t>
            </a:r>
          </a:p>
          <a:p>
            <a:pPr/>
            <a:r>
              <a:rPr dirty="0" lang="mr-IN" sz="6600">
                <a:sym typeface="Graviola Soft Bold"/>
              </a:rPr>
              <a:t>आपण दैनंदिन पातळीवर काय करू शकतो?</a:t>
            </a:r>
            <a:endParaRPr dirty="0" lang="mr-IN" sz="6600">
              <a:sym typeface="Graviola Soft Bold"/>
            </a:endParaRPr>
          </a:p>
        </p:txBody>
      </p:sp>
      <p:sp>
        <p:nvSpPr>
          <p:cNvPr id="4" name="TextBox 6">
            <a:extLst>
              <a:ext uri="{2E62B246-8166-4498-9409-06E07B9C4F80}">
                <a16:creationId xmlns:a16="http://schemas.microsoft.com/office/drawing/2010/main" id="{2B51D1A4-1CE0-4C80-86C7-F210FAF833C8}"/>
              </a:ext>
            </a:extLst>
          </p:cNvPr>
          <p:cNvSpPr txBox="1"/>
          <p:nvPr/>
        </p:nvSpPr>
        <p:spPr>
          <a:xfrm rot="0">
            <a:off x="2438400" y="8496300"/>
            <a:ext cx="12077700" cy="492443"/>
          </a:xfrm>
          <a:prstGeom prst="rect">
            <a:avLst/>
          </a:prstGeom>
        </p:spPr>
        <p:txBody>
          <a:bodyPr anchor="t" bIns="0" lIns="0" rIns="0" rtlCol="0" tIns="0"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dirty="0" i="1" lang="en-IN" sz="320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</a:rPr>
              <a:t>To begin </a:t>
            </a:r>
            <a:r>
              <a:rPr dirty="0" i="1" lang="en-IN" sz="3200">
                <a:solidFill>
                  <a:srgbClr val="7030a0"/>
                </a:solidFill>
                <a:latin typeface="Poppins"/>
              </a:rPr>
              <a:t>teaching based on learning signals</a:t>
            </a:r>
            <a:r>
              <a:rPr dirty="0" i="1" lang="en-IN" sz="3200">
                <a:solidFill>
                  <a:schemeClr val="tx1">
                    <a:lumMod val="75000"/>
                    <a:lumOff val="25000"/>
                  </a:schemeClr>
                </a:solidFill>
                <a:latin typeface="Poppins"/>
              </a:rPr>
              <a:t>, not guesses.</a:t>
            </a:r>
            <a:endParaRPr dirty="0" i="1" lang="en-IN" sz="3200">
              <a:solidFill>
                <a:schemeClr val="tx1">
                  <a:lumMod val="75000"/>
                  <a:lumOff val="25000"/>
                </a:schemeClr>
              </a:solidFill>
              <a:latin typeface="Poppins"/>
            </a:endParaRPr>
          </a:p>
        </p:txBody>
      </p:sp>
    </p:spTree>
    <p:extLst>
      <p:ext uri="{F042A520-4D66-47C1-BFDE-205C771B287C}">
        <p14:creationId xmlns:p14="http://schemas.microsoft.com/office/powerpoint/2010/main" val="1770803560956"/>
      </p:ext>
    </p:extLst>
  </p:cSld>
  <p:clrMapOvr>
    <a:masterClrMapping/>
  </p:clrMapOvr>
  <p:transition spd="slow">
    <p:push dir="d"/>
  </p:transition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>
            <a:extLst>
              <a:ext uri="{943BC0B4-AB00-4F24-A1E6-FA334E811F75}">
                <a16:creationId xmlns:a16="http://schemas.microsoft.com/office/drawing/2010/main" id="{DB890A6C-793D-4386-82B7-20989CB8E44F}"/>
              </a:ext>
            </a:extLst>
          </p:cNvPr>
          <p:cNvSpPr/>
          <p:nvPr/>
        </p:nvSpPr>
        <p:spPr>
          <a:xfrm rot="0">
            <a:off x="8444026" y="912688"/>
            <a:ext cx="1304555" cy="1304555"/>
          </a:xfrm>
          <a:custGeom>
            <a:avLst/>
            <a:gdLst/>
            <a:ahLst/>
            <a:cxnLst/>
            <a:rect b="b" l="0" r="r" t="0"/>
            <a:pathLst>
              <a:path h="1304555" w="1304555">
                <a:moveTo>
                  <a:pt x="0" y="0"/>
                </a:moveTo>
                <a:lnTo>
                  <a:pt x="1304556" y="0"/>
                </a:lnTo>
                <a:lnTo>
                  <a:pt x="1304556" y="1304556"/>
                </a:lnTo>
                <a:lnTo>
                  <a:pt x="0" y="130455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tretch>
              <a:fillRect/>
            </a:stretch>
          </a:blipFill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Freeform 5">
            <a:extLst>
              <a:ext uri="{B5EC1F5C-325D-4F26-A836-B4854222C594}">
                <a16:creationId xmlns:a16="http://schemas.microsoft.com/office/drawing/2010/main" id="{462CFFDB-7644-4F56-8A08-D4425CF84573}"/>
              </a:ext>
            </a:extLst>
          </p:cNvPr>
          <p:cNvSpPr/>
          <p:nvPr/>
        </p:nvSpPr>
        <p:spPr>
          <a:xfrm rot="-372952">
            <a:off x="13703677" y="4770421"/>
            <a:ext cx="4580425" cy="5983928"/>
          </a:xfrm>
          <a:custGeom>
            <a:avLst/>
            <a:gdLst/>
            <a:ahLst/>
            <a:cxnLst/>
            <a:rect b="b" l="0" r="r" t="0"/>
            <a:pathLst>
              <a:path h="5983929" w="4580425">
                <a:moveTo>
                  <a:pt x="0" y="0"/>
                </a:moveTo>
                <a:lnTo>
                  <a:pt x="4580425" y="0"/>
                </a:lnTo>
                <a:lnTo>
                  <a:pt x="4580425" y="5983929"/>
                </a:lnTo>
                <a:lnTo>
                  <a:pt x="0" y="598392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>
              <a:alphaModFix amt="23000"/>
            </a:blip>
            <a:stretch>
              <a:fillRect/>
            </a:stretch>
          </a:blipFill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TextBox 6">
            <a:extLst>
              <a:ext uri="{DAF00002-E2D3-4627-8D1C-6F7CB8F99B0C}">
                <a16:creationId xmlns:a16="http://schemas.microsoft.com/office/drawing/2010/main" id="{23604557-E285-4379-B810-E5A38986100B}"/>
              </a:ext>
            </a:extLst>
          </p:cNvPr>
          <p:cNvSpPr txBox="1"/>
          <p:nvPr/>
        </p:nvSpPr>
        <p:spPr>
          <a:xfrm rot="0">
            <a:off x="3676865" y="8436999"/>
            <a:ext cx="10697540" cy="668901"/>
          </a:xfrm>
          <a:prstGeom prst="rect">
            <a:avLst/>
          </a:prstGeom>
        </p:spPr>
        <p:txBody>
          <a:bodyPr anchor="t" bIns="0" lIns="0" rIns="0" rtlCol="0" tIns="0" wrap="square">
            <a:spAutoFit/>
          </a:bodyPr>
          <a:lstStyle>
            <a:lvl1pPr algn="ctr" lvl="0">
              <a:lnSpc>
                <a:spcPct val="150000"/>
              </a:lnSpc>
              <a:spcBef>
                <a:spcPct val="0"/>
              </a:spcBef>
              <a:defRPr dirty="0" i="1" lang="en-US" sz="3200">
                <a:solidFill>
                  <a:srgbClr val="16424a"/>
                </a:solidFill>
                <a:latin typeface="Poppins"/>
              </a:defRPr>
            </a:lvl1pPr>
          </a:lstStyle>
          <a:p>
            <a:pPr/>
            <a:r>
              <a:rPr b="0" dirty="0" i="0" lang="en-US">
                <a:solidFill>
                  <a:srgbClr val="666970"/>
                </a:solidFill>
                <a:latin typeface="Lato 2"/>
                <a:hlinkClick r:id="rId4"/>
              </a:rPr>
              <a:t>https://school.myelin.co.in/diagnostics/</a:t>
            </a:r>
            <a:endParaRPr b="0" dirty="0" i="0" lang="en-US">
              <a:solidFill>
                <a:srgbClr val="666970"/>
              </a:solidFill>
              <a:latin typeface="Lato 2"/>
              <a:hlinkClick r:id="rId5"/>
            </a:endParaRPr>
          </a:p>
        </p:txBody>
      </p:sp>
      <p:sp>
        <p:nvSpPr>
          <p:cNvPr id="5" name="TextBox 5">
            <a:extLst>
              <a:ext uri="{6D89BB42-035D-4609-993C-4163CF03C5D2}">
                <a16:creationId xmlns:a16="http://schemas.microsoft.com/office/drawing/2010/main" id="{5B0C3578-CB53-4381-8FF4-D3BD6C390339}"/>
              </a:ext>
            </a:extLst>
          </p:cNvPr>
          <p:cNvSpPr txBox="1"/>
          <p:nvPr/>
        </p:nvSpPr>
        <p:spPr>
          <a:xfrm rot="0">
            <a:off x="2362200" y="3162300"/>
            <a:ext cx="13674299" cy="4062651"/>
          </a:xfrm>
          <a:prstGeom prst="rect">
            <a:avLst/>
          </a:prstGeom>
        </p:spPr>
        <p:txBody>
          <a:bodyPr anchor="t" bIns="0" lIns="0" rIns="0" rtlCol="0" tIns="0" wrap="square">
            <a:spAutoFit/>
          </a:bodyPr>
          <a:lstStyle>
            <a:lvl1pPr algn="ctr" lvl="0">
              <a:defRPr b="1" dirty="0" lang="en-US" sz="7200">
                <a:solidFill>
                  <a:srgbClr val="660099"/>
                </a:solidFill>
                <a:latin typeface="Graviola Soft Bold"/>
              </a:defRPr>
            </a:lvl1pPr>
          </a:lstStyle>
          <a:p>
            <a:pPr/>
            <a:r>
              <a:rPr dirty="0" lang="en-US"/>
              <a:t>Let us choose what we would like to do for the next 21 days.</a:t>
            </a:r>
          </a:p>
          <a:p>
            <a:pPr/>
            <a:r>
              <a:rPr dirty="0" lang="mr-IN" sz="6000"/>
              <a:t>पुढील २१ दिवसांसाठी आपण काय करायचे आहे ते ठरवूया.</a:t>
            </a:r>
            <a:r>
              <a:rPr dirty="0" lang="en-IN" sz="6000"/>
              <a:t> </a:t>
            </a:r>
            <a:endParaRPr dirty="0" lang="en-IN" sz="6000"/>
          </a:p>
        </p:txBody>
      </p:sp>
      <p:cxnSp>
        <p:nvCxnSpPr>
          <p:cNvPr id="6" name="Straight Connector 7">
            <a:extLst>
              <a:ext uri="{969AE7F1-E63C-4BFE-B3CD-924341C416B2}">
                <a16:creationId xmlns:a16="http://schemas.microsoft.com/office/drawing/2010/main" id="{1C376242-4F5C-46BD-94F0-423B7FCEDD24}"/>
              </a:ext>
            </a:extLst>
          </p:cNvPr>
          <p:cNvCxnSpPr/>
          <p:nvPr/>
        </p:nvCxnSpPr>
        <p:spPr>
          <a:xfrm rot="0">
            <a:off x="8302689" y="7804424"/>
            <a:ext cx="1445892" cy="607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10F13BAC-D1E8-47D3-967A-BA07574C8303}">
        <p14:creationId xmlns:p14="http://schemas.microsoft.com/office/powerpoint/2010/main" val="1770803560957"/>
      </p:ext>
    </p:extLst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solidFill>
            <a:schemeClr val="phClr">
              <a:shade val="95000"/>
              <a:satMod val="104999"/>
            </a:schemeClr>
          </a:solidFill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solidFill>
            <a:schemeClr val="phClr">
              <a:shade val="95000"/>
              <a:satMod val="104999"/>
            </a:schemeClr>
          </a:solidFill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2026-01-30T15:30:17Z</dcterms:created>
  <dcterms:modified xsi:type="dcterms:W3CDTF">2026-02-03T11:41:35Z</dcterms:modified>
</cp:coreProperties>
</file>